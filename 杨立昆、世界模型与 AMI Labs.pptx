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143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0007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328613"/>
            <a:ext cx="15138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RESEARCH BRIEF / 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614363"/>
            <a:ext cx="5274432" cy="38504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260144" y="614363"/>
            <a:ext cx="14288" cy="385048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385763" y="1636868"/>
            <a:ext cx="4643438" cy="1464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3150" b="1" spc="-2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杨立昆、</a:t>
            </a:r>
            <a:r>
              <a:rPr lang="en-US" sz="3150" b="1" spc="-2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3150" b="1" spc="-2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世界模型与</a:t>
            </a:r>
            <a:r>
              <a:rPr lang="en-US" sz="3150" b="1" spc="-2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3150" b="1" spc="-2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AMI Labs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385763" y="3229477"/>
            <a:ext cx="4000500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一场关于“语言智能”与“可行动智能”的路线之争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769" y="1003697"/>
            <a:ext cx="2721769" cy="307181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4464844"/>
            <a:ext cx="9144000" cy="678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0" y="4464844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/>
          <p:nvPr/>
        </p:nvSpPr>
        <p:spPr>
          <a:xfrm>
            <a:off x="385763" y="4550569"/>
            <a:ext cx="124658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核验与评估：2026 年 8 月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147322" y="4550569"/>
            <a:ext cx="1610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A1A1A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WORLD MODELS / AGENTIC AI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221456"/>
            <a:ext cx="1575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 / THE CORE QUESTION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58088" y="207169"/>
            <a:ext cx="12001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从产品能力，转向智能架构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557213"/>
            <a:ext cx="3726638" cy="37861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712350" y="557213"/>
            <a:ext cx="14288" cy="3786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1553877"/>
            <a:ext cx="30408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问题不在于会不会说话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5763" y="1850343"/>
            <a:ext cx="3040838" cy="126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26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能说，</a:t>
            </a:r>
            <a:r>
              <a:rPr lang="en-US" sz="26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6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是否等于</a:t>
            </a:r>
            <a:r>
              <a:rPr lang="en-US" sz="26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6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能理解？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069538" y="1414463"/>
            <a:ext cx="1028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当下强项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98238" y="1177491"/>
            <a:ext cx="366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语言生成、知识问答、工具调用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98238" y="1506103"/>
            <a:ext cx="3660000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这些能力已经显著改变了人与软件、知识和工作流之间的接口。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069538" y="3314700"/>
            <a:ext cx="1028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真正追问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98238" y="3077728"/>
            <a:ext cx="3660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能否可靠地感知、预测并行动？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98238" y="3406341"/>
            <a:ext cx="3660000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杨立昆讨论的是自主智能体的认知核心，而非聊天机器人是否有用。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0" y="4343400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385763" y="4647009"/>
            <a:ext cx="5429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真正的分歧：通往 AGI / 具身智能的系统架构，而不是单一产品体验。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0" y="4672013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来源：Reuters，2026-03-10 [1]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207169"/>
            <a:ext cx="1646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 / A NECESSARY NUANCE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358063" y="207169"/>
            <a:ext cx="1400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不要把模型机制误写成能力结论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557213"/>
            <a:ext cx="2178844" cy="3128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164556" y="557213"/>
            <a:ext cx="14288" cy="31289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1256407"/>
            <a:ext cx="155019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纠偏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5763" y="1517154"/>
            <a:ext cx="1550194" cy="67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9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LLM 不等于</a:t>
            </a:r>
            <a:r>
              <a:rPr lang="en-US" sz="19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9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“词频表”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385763" y="2282651"/>
            <a:ext cx="1550194" cy="582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概率预测是训练目标，不等于内部不会形成抽象语义或可迁移表征。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21719" y="557213"/>
            <a:ext cx="3726638" cy="3128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034069" y="557213"/>
            <a:ext cx="14288" cy="31289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2550319" y="1195574"/>
            <a:ext cx="32694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已证明的系统角色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550319" y="1445605"/>
            <a:ext cx="3269438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知识接口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指令理解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高层任务分解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550319" y="2532850"/>
            <a:ext cx="3269438" cy="39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语言模型已深刻改变人与软件、知识与工作流之间的交互方式。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19831" y="1195574"/>
            <a:ext cx="23384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单独并不保证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19831" y="1445605"/>
            <a:ext cx="2338406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持续感知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状态记忆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5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行动后果预测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19831" y="2532850"/>
            <a:ext cx="2338406" cy="39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关键问题是：它能否独自闭合感知—预测—行动回路？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3686175"/>
            <a:ext cx="9144000" cy="12858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368617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9"/>
          <p:cNvSpPr/>
          <p:nvPr/>
        </p:nvSpPr>
        <p:spPr>
          <a:xfrm>
            <a:off x="385763" y="4250531"/>
            <a:ext cx="104298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实验证据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428750" y="4118763"/>
            <a:ext cx="5929313" cy="420700"/>
          </a:xfrm>
          <a:prstGeom prst="rect">
            <a:avLst/>
          </a:prstGeom>
          <a:noFill/>
          <a:ln/>
        </p:spPr>
        <p:txBody>
          <a:bodyPr wrap="square" lIns="0" tIns="0" rIns="102108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PaLM-E 已将视觉与连续状态输入接入语言模型，并用于顺序机器人操控规划——说明语言模型可以成为更大具身系统的一部分。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58063" y="4257675"/>
            <a:ext cx="1400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来源：Driess et al., 2023 [7]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60007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42913" y="264319"/>
            <a:ext cx="12751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 / THE JEPA SHIFT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015163" y="264319"/>
            <a:ext cx="1800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从生成世界外观，转向预测任务相关状态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7150" y="614363"/>
            <a:ext cx="2952713" cy="31789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995575" y="614363"/>
            <a:ext cx="14288" cy="317896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1469659"/>
            <a:ext cx="23526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传统生成式目标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42913" y="1719690"/>
            <a:ext cx="2352638" cy="62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9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复刻</a:t>
            </a:r>
            <a:r>
              <a:rPr lang="en-US" sz="19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9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可见细节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42913" y="2549482"/>
            <a:ext cx="2352638" cy="3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在像素或词元空间预测下一个元素，因而必须处理纹理、光照、噪声等大量细节。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52738" y="614363"/>
            <a:ext cx="1404975" cy="31789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43425" y="614363"/>
            <a:ext cx="14288" cy="317896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3455175" y="1654504"/>
            <a:ext cx="8001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JEPA 的转向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455175" y="1925966"/>
            <a:ext cx="800100" cy="398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72000"/>
              </a:lnSpc>
              <a:buNone/>
            </a:pPr>
            <a:r>
              <a:rPr lang="en-US" sz="32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455175" y="2410290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忽略不可预测的</a:t>
            </a: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
</a:t>
            </a: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无关细节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943475" y="1375953"/>
            <a:ext cx="387191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联合嵌入预测架构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43475" y="1625984"/>
            <a:ext cx="3871913" cy="62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9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预测遮挡区域的</a:t>
            </a:r>
            <a:r>
              <a:rPr lang="en-US" sz="19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9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抽象表征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943475" y="2455776"/>
            <a:ext cx="187880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I-JEPA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43475" y="2684376"/>
            <a:ext cx="1878806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从图像上下文预测目标块的潜在表示。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936581" y="2455776"/>
            <a:ext cx="187880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V-JEPA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36581" y="2684376"/>
            <a:ext cx="1878806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将同一原则扩展到视频的时空区域。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7150" y="3793331"/>
            <a:ext cx="9144000" cy="1400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" y="3793331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2"/>
          <p:cNvSpPr/>
          <p:nvPr/>
        </p:nvSpPr>
        <p:spPr>
          <a:xfrm>
            <a:off x="442913" y="4305337"/>
            <a:ext cx="1578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 / CONTEXT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42913" y="4505362"/>
            <a:ext cx="1578769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输入可见的图像或视频上下文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333731" y="4305337"/>
            <a:ext cx="1578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 / MASK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333731" y="4505362"/>
            <a:ext cx="1578769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遮挡包含语义信息的目标区域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81713" y="4305337"/>
            <a:ext cx="1578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 / PREDICT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381713" y="4505362"/>
            <a:ext cx="1578769" cy="176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在表示空间预测任务相关状态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144000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628650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42913" y="278606"/>
            <a:ext cx="1464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 / THE EVIDENCE GAP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5225" y="278606"/>
            <a:ext cx="1300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从潜在预测到可行动世界模型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7150" y="642938"/>
            <a:ext cx="2952713" cy="33575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995575" y="642938"/>
            <a:ext cx="14288" cy="33575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1436284"/>
            <a:ext cx="2366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已有进展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2913" y="1693459"/>
            <a:ext cx="2366925" cy="623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8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JEPA 已能学习</a:t>
            </a:r>
            <a:r>
              <a:rPr lang="en-US" sz="18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8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任务相关的表征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42913" y="2460073"/>
            <a:ext cx="2366925" cy="19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 遮挡区域的潜在表征预测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42913" y="2737675"/>
            <a:ext cx="2366925" cy="19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 视频情境与运动理解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42913" y="3015276"/>
            <a:ext cx="2366925" cy="19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 未标注数据上的自监督预训练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52738" y="642938"/>
            <a:ext cx="1404975" cy="33575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43425" y="642938"/>
            <a:ext cx="14288" cy="33575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3776644" y="2759273"/>
            <a:ext cx="157163" cy="6536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尚 有 鸿 沟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943475" y="1332365"/>
            <a:ext cx="38719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尚待证明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943475" y="1589540"/>
            <a:ext cx="3871913" cy="623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8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“预测得准”</a:t>
            </a:r>
            <a:r>
              <a:rPr lang="en-US" sz="18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8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不自动等于“理解因果”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4943475" y="2441879"/>
            <a:ext cx="1190606" cy="38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动作条件</a:t>
            </a: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后果预测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43475" y="2882447"/>
            <a:ext cx="119060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行动改变世界后，状态如何演化？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319819" y="2441879"/>
            <a:ext cx="1104881" cy="38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反事实与</a:t>
            </a: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因果可辨识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19819" y="2882447"/>
            <a:ext cx="110488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若采取另一行动，结果是否不同？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610438" y="2441879"/>
            <a:ext cx="1204950" cy="38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长时程规划</a:t>
            </a: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与安全控制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610438" y="2882447"/>
            <a:ext cx="120495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不确定环境中如何稳定完成任务？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7150" y="4000500"/>
            <a:ext cx="91440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7150" y="4000500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442913" y="4450556"/>
            <a:ext cx="68580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审慎结论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28713" y="4332350"/>
            <a:ext cx="5886450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Meta 对 V-JEPA 的公开定位主要仍是感知；规划与序列决策是下一步要验证的能力，而非已完成的结论。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200900" y="4456640"/>
            <a:ext cx="1614488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来源：Meta AI，2024-02-15 [3]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614363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42913" y="264319"/>
            <a:ext cx="20395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05 / THE ENTREPRENEURIAL BET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5225" y="264319"/>
            <a:ext cx="1300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从研究纲领，走向组织与资本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7150" y="614363"/>
            <a:ext cx="5274432" cy="32861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17294" y="614363"/>
            <a:ext cx="14288" cy="32861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771525"/>
            <a:ext cx="461720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2026 年 3 月 / SEED ROUND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2913" y="1000125"/>
            <a:ext cx="4617207" cy="528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4000" b="1" spc="-2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$1.03B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42913" y="1571011"/>
            <a:ext cx="4617207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种子轮融资 · 投前估值 35 亿美元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2913" y="1960345"/>
            <a:ext cx="461720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AMI：把研究纲领</a:t>
            </a:r>
            <a:r>
              <a:rPr lang="en-US" sz="18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8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变成创业赌注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2913" y="2634648"/>
            <a:ext cx="4617207" cy="19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目标是开发具有真实世界理解、持久记忆、推理规划、可控与安全特征的智能系统。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116" y="692944"/>
            <a:ext cx="1857375" cy="1614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31619" y="2663949"/>
            <a:ext cx="1606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核心团队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5631619" y="2849687"/>
            <a:ext cx="1606172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Yann LeCun</a:t>
            </a:r>
            <a:r>
              <a:rPr lang="en-US" sz="9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9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主席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631619" y="3265363"/>
            <a:ext cx="160617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Alexandre LeBrun / CEO</a:t>
            </a: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
</a:t>
            </a: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Saining Xie / CSO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7523541" y="2757153"/>
            <a:ext cx="1477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全球布局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7523541" y="2942890"/>
            <a:ext cx="1477584" cy="1864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Paris / HQ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523541" y="3172160"/>
            <a:ext cx="14775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New York</a:t>
            </a: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
</a:t>
            </a: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Montréal · Singapore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7150" y="3900488"/>
            <a:ext cx="91440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57150" y="390048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19"/>
          <p:cNvSpPr/>
          <p:nvPr/>
        </p:nvSpPr>
        <p:spPr>
          <a:xfrm>
            <a:off x="442913" y="4107656"/>
            <a:ext cx="5572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融资验证的是市场愿意为“超越聊天机器人”的长期研究下注；它并不等于 JEPA 路线已经被技术证明。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11503" y="4225528"/>
            <a:ext cx="25038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来源：Reuters [1][4] · TechCrunch [5] · AMI Labs [6]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221456"/>
            <a:ext cx="15850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06 / COMMERCIAL THESIS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158038" y="207169"/>
            <a:ext cx="1600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高可靠场景决定世界模型的价值密度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557213"/>
            <a:ext cx="2952713" cy="3343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938425" y="557213"/>
            <a:ext cx="14288" cy="33432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1303511"/>
            <a:ext cx="235263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商业命题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85763" y="1553542"/>
            <a:ext cx="2352638" cy="6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高可靠场景</a:t>
            </a: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决定价值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85763" y="2529334"/>
            <a:ext cx="2352638" cy="624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真正的竞争壁垒不是“生成得更像”，而是在不确定环境中，预测后果并做得更对。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09900" y="856692"/>
            <a:ext cx="2609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 / 工业过程控制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309900" y="1056717"/>
            <a:ext cx="2609869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连续系统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必须预判状态变化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309900" y="1576760"/>
            <a:ext cx="2609869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效率、停机与安全均取决于对未来状态的可靠估计。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334106" y="941245"/>
            <a:ext cx="2400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 / 医疗与生命科学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334106" y="1141270"/>
            <a:ext cx="2400300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高后果决策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需要可控与可验证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34106" y="1661313"/>
            <a:ext cx="2400300" cy="169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仅凭流畅回答不足以承担安全关键型辅助决策。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09900" y="2535473"/>
            <a:ext cx="26098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 / 机器人与自动化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309900" y="2735498"/>
            <a:ext cx="2609869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行动改变环境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必须形成闭环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309900" y="3255541"/>
            <a:ext cx="2609869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感知、预测、控制与故障恢复需要在真实时间内耦合。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334106" y="2535473"/>
            <a:ext cx="2567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 / 穿戴设备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334106" y="2735498"/>
            <a:ext cx="2567006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实时情境理解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3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决定助手是否可信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334106" y="3255541"/>
            <a:ext cx="2567006" cy="33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设备需从持续、嘈杂的真实世界传感器输入中形成判断。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3900488"/>
            <a:ext cx="9144000" cy="12430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390048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385763" y="4450556"/>
            <a:ext cx="8429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共同约束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371600" y="4333410"/>
            <a:ext cx="24955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错误代价高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371600" y="4565582"/>
            <a:ext cx="2495513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不能用“看起来合理”替代正确性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009988" y="4333410"/>
            <a:ext cx="249556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环境持续变化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009988" y="4565582"/>
            <a:ext cx="2495569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必须不断更新内部状态估计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648431" y="4333410"/>
            <a:ext cx="210980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安全边界明确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648431" y="4565582"/>
            <a:ext cx="2109806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需要预测行动后果并约束执行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207169"/>
            <a:ext cx="1400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07 / EXECUTION RISKS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57988" y="207169"/>
            <a:ext cx="2000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世界模型的难题，不止是把预测误差再降一点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557213"/>
            <a:ext cx="9144000" cy="15287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207168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869417"/>
            <a:ext cx="20252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THE CENTRAL CONSTRAINT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5763" y="1083729"/>
            <a:ext cx="2025253" cy="6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研发正确，</a:t>
            </a: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不等于商业可行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562581" y="1115876"/>
            <a:ext cx="31956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从“能在数据上预测”到“能在真实环境中负责地行动”，中间隔着数据、迁移、安全与集成四道门槛。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5763" y="2501485"/>
            <a:ext cx="1685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 / DATA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85763" y="2715797"/>
            <a:ext cx="1685925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真实交互数据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稀缺且昂贵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5763" y="3359293"/>
            <a:ext cx="168592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被动视频难以覆盖接触力、行动反馈、罕见风险和长期后果。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00313" y="2501485"/>
            <a:ext cx="1857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 / TRANSFER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500313" y="2715797"/>
            <a:ext cx="1857375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仿真到现实的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迁移并不平滑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500313" y="3359293"/>
            <a:ext cx="18573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传感器噪声、环境变化与边缘情形会放大训练分布之外的失误。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786313" y="2501485"/>
            <a:ext cx="18573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 / SAFETY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786313" y="2715797"/>
            <a:ext cx="1857375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失效检测与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安全认证刚需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86313" y="3359293"/>
            <a:ext cx="18573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系统必须知道何时“不知道”，并在高风险情况下受约束地降级。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072313" y="2501485"/>
            <a:ext cx="16859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 / INTEGRATION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072313" y="2715797"/>
            <a:ext cx="1685925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客户系统集成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决定价值落地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72313" y="3359293"/>
            <a:ext cx="168592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模型要进入既有流程、控制链路、责任体系与合规边界。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0" y="4129088"/>
            <a:ext cx="9144000" cy="10144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412908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385763" y="4557713"/>
            <a:ext cx="107870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融资的边界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464469" y="4435432"/>
            <a:ext cx="5779294" cy="401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10.3 亿美元能购买算力与人才跑道；却不能替代可复现的真实环境验证，也不能绕过安全与集成责任。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00925" y="4491298"/>
            <a:ext cx="1357313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结论：AMI 是高质量的科学下注，而非已验证的范式胜利。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" y="60007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42913" y="264319"/>
            <a:ext cx="14787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08 / THE HYBRID AGENT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015163" y="264319"/>
            <a:ext cx="1800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最可能的终局，是模块协作而非路线淘汰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7150" y="614363"/>
            <a:ext cx="2952713" cy="35147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995575" y="614363"/>
            <a:ext cx="14288" cy="35147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1417420"/>
            <a:ext cx="2366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SYSTEM VIEW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2913" y="1660308"/>
            <a:ext cx="2366925" cy="673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混合智能体，</a:t>
            </a:r>
            <a:r>
              <a:rPr lang="en-US" sz="20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0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而非路线淘汰赛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42913" y="2548254"/>
            <a:ext cx="6143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LLM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057275" y="2548254"/>
            <a:ext cx="17525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指令理解、知识调用与高层分解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42913" y="2753413"/>
            <a:ext cx="6143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感知记忆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057275" y="2753413"/>
            <a:ext cx="17525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多传感器状态估计与长时程上下文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42913" y="2958573"/>
            <a:ext cx="6143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世界模型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7275" y="2958573"/>
            <a:ext cx="17525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预测行动后果、识别不确定性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42913" y="3163732"/>
            <a:ext cx="6143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控制验证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1057275" y="3163732"/>
            <a:ext cx="1752563" cy="1622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约束满足、低层执行与安全兜底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81338" y="1154106"/>
            <a:ext cx="3143250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把模块接进同一条“感知—预测—行动”闭环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90247" y="1200541"/>
            <a:ext cx="11251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91C1C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ARCHITECTURE VIEW</a:t>
            </a:r>
            <a:endParaRPr lang="en-US" sz="7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38" y="1500578"/>
            <a:ext cx="5243513" cy="14287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81338" y="3057916"/>
            <a:ext cx="261701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核心变化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381338" y="3257941"/>
            <a:ext cx="2617012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从单次文本生成，升级为持续状态更新与行动反馈。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184088" y="3057916"/>
            <a:ext cx="2631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关键原则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6184088" y="3257941"/>
            <a:ext cx="2631300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每个模块都应可评估、可替换，并由安全约束共同治理。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7150" y="4129088"/>
            <a:ext cx="9144000" cy="10715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57150" y="412908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4"/>
          <p:cNvSpPr/>
          <p:nvPr/>
        </p:nvSpPr>
        <p:spPr>
          <a:xfrm>
            <a:off x="442913" y="4586288"/>
            <a:ext cx="9358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结论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1378744" y="4566475"/>
            <a:ext cx="5793581" cy="1967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更可信的未来不是 JEPA 淘汰 LLM，而是世界模型补齐语言模型的具身闭环。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343775" y="4519873"/>
            <a:ext cx="1471613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依据：AMI Labs [6] · PaLM-E [7]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207169"/>
            <a:ext cx="14108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09 / FALSIFIABLE TEST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958013" y="207169"/>
            <a:ext cx="1800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用真实任务结果，而非叙事热度检验路线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557213"/>
            <a:ext cx="2952713" cy="3000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938425" y="557213"/>
            <a:ext cx="14288" cy="30003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839893"/>
            <a:ext cx="23526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THE QUESTION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5763" y="1054205"/>
            <a:ext cx="2352638" cy="690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AMI 如何</a:t>
            </a: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1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证明自己？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85763" y="1972847"/>
            <a:ext cx="2352638" cy="624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不能只看论文、融资或单次演示。真正的问题是：模型能否在未见过的真实环境中，稳定、节约且安全地完成任务？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5763" y="2769152"/>
            <a:ext cx="23526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排除项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85763" y="2954889"/>
            <a:ext cx="23526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漂亮视频 ≠ 可泛化能力</a:t>
            </a:r>
            <a:r>
              <a:rPr lang="en-US" sz="85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
</a:t>
            </a:r>
            <a:r>
              <a:rPr lang="en-US" sz="85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高估值 ≠ 可商业化可靠性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09900" y="770967"/>
            <a:ext cx="2638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 / GENERALIZATION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309900" y="970992"/>
            <a:ext cx="2638444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未见环境的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任务成功率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09900" y="1500188"/>
            <a:ext cx="2638444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换场景、换物体、换光照、换扰动后，是否依然完成目标？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34106" y="770967"/>
            <a:ext cx="2567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 / EFFICIENCY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334106" y="970992"/>
            <a:ext cx="2567006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真实交互的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样本效率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34106" y="1500188"/>
            <a:ext cx="2567006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是否能以有限真实交互，学到可迁移的任务相关结构？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09900" y="2278298"/>
            <a:ext cx="2638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 / SAFETY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309900" y="2478323"/>
            <a:ext cx="2638444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风险约束的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满足率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309900" y="3007519"/>
            <a:ext cx="2638444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在不确定或危险情形下，能否识别边界并受控地降级？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334106" y="2278298"/>
            <a:ext cx="25670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 / ROBUSTNESS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334106" y="2478323"/>
            <a:ext cx="2567006" cy="472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长时程稳定性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与故障恢复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34106" y="3007519"/>
            <a:ext cx="2567006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52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任务中断、观测缺失或行动失败后，是否能恢复并继续？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3557588"/>
            <a:ext cx="9144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0" y="355758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385763" y="4050506"/>
            <a:ext cx="9572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可证伪检验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343025" y="4039065"/>
            <a:ext cx="56721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在相同任务、相同安全约束与有限真实交互条件下，显著优于强多模态语言模型和传统控制基线。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172325" y="3991961"/>
            <a:ext cx="1585913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若做不到，世界模型的新增价值就尚未被证明。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221456"/>
            <a:ext cx="108121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10 / CONCLUSION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457950" y="207169"/>
            <a:ext cx="23002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不是路线之争的终局，而是智能架构讨论的重新开始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557213"/>
            <a:ext cx="3726638" cy="34718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712350" y="557213"/>
            <a:ext cx="14288" cy="34718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1193620"/>
            <a:ext cx="30694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THE FINAL TAKE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85763" y="1454367"/>
            <a:ext cx="3069413" cy="1084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杨立昆质疑的，</a:t>
            </a:r>
            <a:r>
              <a:rPr lang="en-US" sz="22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2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是智能架构的</a:t>
            </a:r>
            <a:r>
              <a:rPr lang="en-US" sz="22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25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完整性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85763" y="2952992"/>
            <a:ext cx="3069413" cy="43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真正需要回答的不是“语言模型是否有用”，而是它是否已足以承担对真实世界的可靠理解与行动。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69538" y="1001911"/>
            <a:ext cx="60007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669613" y="806630"/>
            <a:ext cx="408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正确的警示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69613" y="1081664"/>
            <a:ext cx="4088625" cy="3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仅用语言规模化，难以单独解决具身自主性所需的感知、记忆、行动后果与安全闭环。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069538" y="2159198"/>
            <a:ext cx="60007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669613" y="1963917"/>
            <a:ext cx="408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尚待证明的命题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69613" y="2238952"/>
            <a:ext cx="4088625" cy="3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JEPA 能否扩展为通用、可靠、可商业化的行动世界模型，仍须通过真实环境中的严格检验。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069538" y="3323630"/>
            <a:ext cx="60007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669613" y="3128349"/>
            <a:ext cx="408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最合理的产业判断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69613" y="3403383"/>
            <a:ext cx="4088625" cy="3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 Medium" pitchFamily="34" charset="0"/>
                <a:ea typeface="Noto Serif SC Medium" pitchFamily="34" charset="-122"/>
                <a:cs typeface="Noto Serif SC Medium" pitchFamily="34" charset="-120"/>
              </a:rPr>
              <a:t>LLM 并未“已死”；它不应被误当成完整智能体，而应进入更大的可验证系统。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029075"/>
            <a:ext cx="9144000" cy="10572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4029075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0"/>
          <p:cNvSpPr/>
          <p:nvPr/>
        </p:nvSpPr>
        <p:spPr>
          <a:xfrm>
            <a:off x="385763" y="4486275"/>
            <a:ext cx="9715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最值得期待的终局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357313" y="4437162"/>
            <a:ext cx="740092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语言、感知、记忆、世界建模与行动控制，</a:t>
            </a:r>
            <a:r>
              <a:rPr lang="en-US" sz="125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接入同一条可验证的闭环。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213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385763" y="228600"/>
            <a:ext cx="19984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SOURCES / VERIFICATION TRAIL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458075" y="214313"/>
            <a:ext cx="1300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用于事实核验与技术边界界定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571500"/>
            <a:ext cx="2962256" cy="35575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947969" y="571500"/>
            <a:ext cx="14288" cy="35575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385763" y="1397161"/>
            <a:ext cx="234789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REFERENCE LIST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85763" y="1629333"/>
            <a:ext cx="2347894" cy="798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25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参考</a:t>
            </a:r>
            <a:r>
              <a:rPr lang="en-US" sz="25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500" b="1" spc="-1" kern="0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来源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385763" y="2713174"/>
            <a:ext cx="2347894" cy="59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本演示将人物与公司动态、技术机制、研究边界和产业判断分开核验；来源优先采用原始论文、官方研究说明和权威报道。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05156" y="828675"/>
            <a:ext cx="26265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公司与产业事实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305156" y="1185863"/>
            <a:ext cx="228600" cy="488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33756" y="1185863"/>
            <a:ext cx="2397900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Reuters · 2026-03-10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533756" y="1378353"/>
            <a:ext cx="2397900" cy="29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《Ex-Meta AI chief Yann LeCun's AMI raises $1.03 billion for alternative AI approach》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305156" y="1774385"/>
            <a:ext cx="228600" cy="488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533756" y="1774385"/>
            <a:ext cx="2397900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Reuters · 2025-11-19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533756" y="1966875"/>
            <a:ext cx="2397900" cy="29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《Yann LeCun to leave Meta, launch AI startup focused on AMI》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305156" y="2362907"/>
            <a:ext cx="228600" cy="488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33756" y="2362907"/>
            <a:ext cx="2397900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TechCrunch · 2026-03-09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533756" y="2555398"/>
            <a:ext cx="2397900" cy="29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《Yann LeCun’s AMI Labs raises $1.03B to build world models》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305156" y="2951429"/>
            <a:ext cx="228600" cy="340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533756" y="2951429"/>
            <a:ext cx="2397900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AMI Labs · 官方网站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533756" y="3143920"/>
            <a:ext cx="2397900" cy="148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公司愿景、行动条件世界模型与重点应用方向。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331707" y="828675"/>
            <a:ext cx="24265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技术与研究边界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31707" y="1185863"/>
            <a:ext cx="228600" cy="488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560307" y="1185863"/>
            <a:ext cx="2197931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Meta AI · 2023-06-13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60307" y="1378353"/>
            <a:ext cx="2197931" cy="29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《I-JEPA: The first AI model based on Yann LeCun’s vision for more human-like AI》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331707" y="1774385"/>
            <a:ext cx="228600" cy="488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60307" y="1774385"/>
            <a:ext cx="2197931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Meta AI · 2024-02-15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560307" y="1966875"/>
            <a:ext cx="2197931" cy="29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《V-JEPA: The next step toward advanced machine intelligence》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331707" y="2362907"/>
            <a:ext cx="228600" cy="488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07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560307" y="2362907"/>
            <a:ext cx="2197931" cy="163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Driess et al. · 2023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560307" y="2555398"/>
            <a:ext cx="2197931" cy="29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《PaLM-E: An Embodied Multimodal Language Model》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0" y="4129088"/>
            <a:ext cx="9144000" cy="10144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0" y="412908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34"/>
          <p:cNvSpPr/>
          <p:nvPr/>
        </p:nvSpPr>
        <p:spPr>
          <a:xfrm>
            <a:off x="385763" y="4564856"/>
            <a:ext cx="1143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B91C1C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核验口径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528763" y="4546439"/>
            <a:ext cx="5693569" cy="1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将公开事实、技术解释与产业推断区分呈现；私下谈话或未获权威来源证实的因果关系不作为确定事实。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222331" y="4564856"/>
            <a:ext cx="1535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最后核验：2026 年 8 月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2026-08-15T03:56:45Z</dcterms:created>
  <dcterms:modified xsi:type="dcterms:W3CDTF">2026-08-15T03:56:45Z</dcterms:modified>
</cp:coreProperties>
</file>